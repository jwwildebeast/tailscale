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744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5E44-97F1-5C98-4C12-C04C1F58F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2F0CF-7817-AEF8-D865-5DC4A1AA6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DDF25-22E8-E66E-98BC-E3DC5D44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1DF0E-CDDC-5C56-30D3-F9870605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D8A43-8C86-CF62-4219-C8F9B28A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1B85-4887-C87A-7003-18F68B01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7272-E7E9-CA37-29F7-7848D027E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75117-4E33-70DB-A306-3B3433D1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BD65-8FB0-2156-C1B5-D80ADAB8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3473-8062-C888-1E98-36424044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5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C7F8-9FAD-976D-D534-04FF410F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900B3-B28C-D372-EECA-65F8E8323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5A253-D3E4-DE1D-310A-A1F459CB0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18D27-A18E-235C-9AAD-0054FC9F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1F42-53BE-41DD-C5BE-DB4C80D8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3656-FEB4-D52C-4FB2-2929D1E5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63AAA-D465-4B8D-0BC5-DABFA8D6C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BC4A8-C06C-94B3-2A7C-AECCC660A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A184A-3FAF-4AA8-B176-31F597C1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92A08-9C1A-2B55-1281-E59DCF9C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0B074-F5F9-AF3F-CADD-BFB178FB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2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A5C1-70AE-259E-81E8-60C6D227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6A77B-D678-4DA7-FDEB-E16B90533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64FE7-6086-F1EA-02CC-220198DD0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C1EF6-AC71-2204-41F6-7F5B0A5D4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5D8E5-7326-0A97-C930-5FE22D2C6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A24A5-EFE1-BEF7-B565-74F89FDC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A24888-5776-7EF7-498D-D97801B3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65CD0-5016-A4BE-E79C-7D6C5AD7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4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735A-4CAC-F2E1-D95D-FBC35110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5347C-59EA-3292-E7EF-D000685B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690EA-3C6E-3528-4F9B-A13CE089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7F1F2-5D58-2422-5595-09F1C807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3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744E4-DEB8-ADBA-2154-63A7ACAB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AA0DA-505B-74CE-DFE3-BCACB114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EEF5D-A7CB-1CCB-B4AF-906C8CDD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9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1A78-FBA1-FAF6-8C7B-25EC479A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0397-E028-9259-8767-56B06899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F17C9-04AF-5F76-0FD2-3C68713CE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C4401-7900-EBAE-D62C-60345B68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98D44-C1C9-AB71-9C96-316ADA2A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FE347-7DCB-A26E-8E60-7B99F442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5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BC79-7543-7AFD-AFF5-D98B25DB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8EB5E-AC44-815D-AC33-F28DFD32F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2AB54-C38C-1FB8-52CA-4EEFE13B2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549D-2164-4048-5871-DE1F00CC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66856-A127-A68B-5CA0-32C9E749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6093A-4F1F-F197-8E28-BFBA2693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5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EEBF-0C60-B92B-1E91-993A76EA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52ECD-9E43-EC32-DDBA-DB1E36F73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7ADA-4C9A-5999-242F-329D9E49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0AB56-CD47-4AA5-6474-0AAB515A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8CFAF-D61A-F279-207F-DB7BD137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1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58924-0BD7-50FB-4EF9-456B7B93B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6AE60-7333-61E4-A84F-DA7E08137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75953-A6A7-4ED6-9665-7134F67F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1E56C-31BC-C58F-E096-27EF578E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8A933-2931-E50D-CEA8-CE68A54D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9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37A5F-7718-8294-0465-F8B3EC849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C8CDC-5A5A-9BED-2C3B-767C51C9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E7243-A5E9-0EC3-68DC-A6DB6140C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9EEE4-249A-864F-B645-AF4FE095281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BF8DA-55CB-F110-2F7F-D3FBB934B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AD8B6-6E6C-F974-1D34-875EC1D68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3B67B-7F9C-6A40-8456-C699A589D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0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80C393-BE50-5CAE-30AE-A2BC4605CF1E}"/>
              </a:ext>
            </a:extLst>
          </p:cNvPr>
          <p:cNvSpPr/>
          <p:nvPr/>
        </p:nvSpPr>
        <p:spPr>
          <a:xfrm>
            <a:off x="2366958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E08B5E-4C68-187A-EEFC-CEB2E2984326}"/>
              </a:ext>
            </a:extLst>
          </p:cNvPr>
          <p:cNvSpPr/>
          <p:nvPr/>
        </p:nvSpPr>
        <p:spPr>
          <a:xfrm>
            <a:off x="9128375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A3D5A2-5282-C8CE-C90E-637B41BD1946}"/>
              </a:ext>
            </a:extLst>
          </p:cNvPr>
          <p:cNvSpPr/>
          <p:nvPr/>
        </p:nvSpPr>
        <p:spPr>
          <a:xfrm>
            <a:off x="6633944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2192A9-9759-5684-529E-FB4CDF7A3F80}"/>
              </a:ext>
            </a:extLst>
          </p:cNvPr>
          <p:cNvSpPr/>
          <p:nvPr/>
        </p:nvSpPr>
        <p:spPr>
          <a:xfrm>
            <a:off x="9128375" y="431939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E953B4-6CC1-74CA-C009-1BFCE86DB75D}"/>
              </a:ext>
            </a:extLst>
          </p:cNvPr>
          <p:cNvSpPr/>
          <p:nvPr/>
        </p:nvSpPr>
        <p:spPr>
          <a:xfrm>
            <a:off x="9128375" y="130292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5F9D52-3245-ADA9-45E7-1DF6F322A3F4}"/>
              </a:ext>
            </a:extLst>
          </p:cNvPr>
          <p:cNvSpPr/>
          <p:nvPr/>
        </p:nvSpPr>
        <p:spPr>
          <a:xfrm>
            <a:off x="10652944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65CA14-D7FD-0B2D-45DD-F7F077EA87F9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0042775" y="3268362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D53EA-0D38-47DD-FC0D-AAD55BFDDB47}"/>
              </a:ext>
            </a:extLst>
          </p:cNvPr>
          <p:cNvCxnSpPr>
            <a:stCxn id="6" idx="7"/>
            <a:endCxn id="9" idx="2"/>
          </p:cNvCxnSpPr>
          <p:nvPr/>
        </p:nvCxnSpPr>
        <p:spPr>
          <a:xfrm flipV="1">
            <a:off x="7414433" y="1760128"/>
            <a:ext cx="1713942" cy="118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2E5823-7230-6AB4-3206-B2D1E99058D0}"/>
              </a:ext>
            </a:extLst>
          </p:cNvPr>
          <p:cNvCxnSpPr>
            <a:stCxn id="6" idx="5"/>
            <a:endCxn id="8" idx="2"/>
          </p:cNvCxnSpPr>
          <p:nvPr/>
        </p:nvCxnSpPr>
        <p:spPr>
          <a:xfrm>
            <a:off x="7414433" y="3591651"/>
            <a:ext cx="1713942" cy="118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F19A31-60E5-614E-BF0D-E396C4FE787E}"/>
              </a:ext>
            </a:extLst>
          </p:cNvPr>
          <p:cNvCxnSpPr>
            <a:cxnSpLocks/>
          </p:cNvCxnSpPr>
          <p:nvPr/>
        </p:nvCxnSpPr>
        <p:spPr>
          <a:xfrm>
            <a:off x="7548344" y="3206577"/>
            <a:ext cx="15800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5961B06-E834-339B-774D-2B037EE794AA}"/>
              </a:ext>
            </a:extLst>
          </p:cNvPr>
          <p:cNvSpPr txBox="1"/>
          <p:nvPr/>
        </p:nvSpPr>
        <p:spPr>
          <a:xfrm>
            <a:off x="10249585" y="2915552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9CDB50-5BFA-30AC-24FC-4435573D734D}"/>
              </a:ext>
            </a:extLst>
          </p:cNvPr>
          <p:cNvSpPr txBox="1"/>
          <p:nvPr/>
        </p:nvSpPr>
        <p:spPr>
          <a:xfrm>
            <a:off x="8269773" y="324634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8CD00F-7854-AD56-6458-1A1672E632D5}"/>
              </a:ext>
            </a:extLst>
          </p:cNvPr>
          <p:cNvSpPr txBox="1"/>
          <p:nvPr/>
        </p:nvSpPr>
        <p:spPr>
          <a:xfrm>
            <a:off x="8269773" y="376536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9ACE1F1-BB0F-4B12-9749-4A5043E5D748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3281358" y="3251840"/>
            <a:ext cx="3352586" cy="1652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EB679F-5B2F-A0D3-6787-E75B746E2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626273" y="2557849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1A6EA20-FB0D-8A45-692E-AE8C059E3AB7}"/>
              </a:ext>
            </a:extLst>
          </p:cNvPr>
          <p:cNvSpPr/>
          <p:nvPr/>
        </p:nvSpPr>
        <p:spPr>
          <a:xfrm>
            <a:off x="1113387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60A20DD-BF4D-40C2-FFB2-3F8D09B302DC}"/>
              </a:ext>
            </a:extLst>
          </p:cNvPr>
          <p:cNvSpPr/>
          <p:nvPr/>
        </p:nvSpPr>
        <p:spPr>
          <a:xfrm>
            <a:off x="2361419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DF0F81-7C6E-00E8-C438-F573644ADDD2}"/>
              </a:ext>
            </a:extLst>
          </p:cNvPr>
          <p:cNvSpPr/>
          <p:nvPr/>
        </p:nvSpPr>
        <p:spPr>
          <a:xfrm>
            <a:off x="1115945" y="414906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A469402-F9F4-4F05-2DD8-A934B030C7F6}"/>
              </a:ext>
            </a:extLst>
          </p:cNvPr>
          <p:cNvSpPr/>
          <p:nvPr/>
        </p:nvSpPr>
        <p:spPr>
          <a:xfrm>
            <a:off x="1113387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FE5FF7-5E54-DA96-B8C5-059FAF191AA1}"/>
              </a:ext>
            </a:extLst>
          </p:cNvPr>
          <p:cNvCxnSpPr/>
          <p:nvPr/>
        </p:nvCxnSpPr>
        <p:spPr>
          <a:xfrm>
            <a:off x="4015946" y="2100649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542382-4FE7-2CF5-AB2E-CE8F9F0F9C45}"/>
              </a:ext>
            </a:extLst>
          </p:cNvPr>
          <p:cNvCxnSpPr>
            <a:cxnSpLocks/>
          </p:cNvCxnSpPr>
          <p:nvPr/>
        </p:nvCxnSpPr>
        <p:spPr>
          <a:xfrm flipH="1">
            <a:off x="4015946" y="4228084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A982C5-5787-8090-3A31-E08CED407289}"/>
              </a:ext>
            </a:extLst>
          </p:cNvPr>
          <p:cNvCxnSpPr>
            <a:stCxn id="28" idx="4"/>
            <a:endCxn id="25" idx="0"/>
          </p:cNvCxnSpPr>
          <p:nvPr/>
        </p:nvCxnSpPr>
        <p:spPr>
          <a:xfrm>
            <a:off x="1570587" y="2354613"/>
            <a:ext cx="0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49CDE1-351D-7F4F-BD98-D77F2C3252D8}"/>
              </a:ext>
            </a:extLst>
          </p:cNvPr>
          <p:cNvCxnSpPr>
            <a:stCxn id="25" idx="4"/>
            <a:endCxn id="27" idx="0"/>
          </p:cNvCxnSpPr>
          <p:nvPr/>
        </p:nvCxnSpPr>
        <p:spPr>
          <a:xfrm>
            <a:off x="1570587" y="3709040"/>
            <a:ext cx="2558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FA3FA44-DB96-5572-E800-4F4D573AA7CF}"/>
              </a:ext>
            </a:extLst>
          </p:cNvPr>
          <p:cNvCxnSpPr>
            <a:stCxn id="28" idx="6"/>
            <a:endCxn id="26" idx="2"/>
          </p:cNvCxnSpPr>
          <p:nvPr/>
        </p:nvCxnSpPr>
        <p:spPr>
          <a:xfrm>
            <a:off x="2027787" y="1897413"/>
            <a:ext cx="33363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797D29-66BD-AC30-4DA5-6AE67A66E469}"/>
              </a:ext>
            </a:extLst>
          </p:cNvPr>
          <p:cNvCxnSpPr>
            <a:stCxn id="26" idx="4"/>
            <a:endCxn id="4" idx="0"/>
          </p:cNvCxnSpPr>
          <p:nvPr/>
        </p:nvCxnSpPr>
        <p:spPr>
          <a:xfrm>
            <a:off x="2818619" y="2354613"/>
            <a:ext cx="5539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7C626D-1F30-5620-5632-CE9D7E69C96B}"/>
              </a:ext>
            </a:extLst>
          </p:cNvPr>
          <p:cNvCxnSpPr>
            <a:stCxn id="25" idx="6"/>
            <a:endCxn id="4" idx="2"/>
          </p:cNvCxnSpPr>
          <p:nvPr/>
        </p:nvCxnSpPr>
        <p:spPr>
          <a:xfrm>
            <a:off x="2027787" y="3251840"/>
            <a:ext cx="33917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6F5A804-9898-58FD-1866-FD6905003B42}"/>
              </a:ext>
            </a:extLst>
          </p:cNvPr>
          <p:cNvCxnSpPr>
            <a:stCxn id="27" idx="6"/>
            <a:endCxn id="4" idx="4"/>
          </p:cNvCxnSpPr>
          <p:nvPr/>
        </p:nvCxnSpPr>
        <p:spPr>
          <a:xfrm flipV="1">
            <a:off x="2030345" y="3709040"/>
            <a:ext cx="793813" cy="8972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45A154-CD9F-1E22-D198-36B95D3E5A43}"/>
              </a:ext>
            </a:extLst>
          </p:cNvPr>
          <p:cNvSpPr txBox="1"/>
          <p:nvPr/>
        </p:nvSpPr>
        <p:spPr>
          <a:xfrm>
            <a:off x="4450734" y="3404973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B56688-7472-35A5-8175-7587E1316E60}"/>
              </a:ext>
            </a:extLst>
          </p:cNvPr>
          <p:cNvSpPr txBox="1"/>
          <p:nvPr/>
        </p:nvSpPr>
        <p:spPr>
          <a:xfrm>
            <a:off x="6642944" y="370374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8" name="Picture 2" descr="Microsoft Azure Marketplace">
            <a:extLst>
              <a:ext uri="{FF2B5EF4-FFF2-40B4-BE49-F238E27FC236}">
                <a16:creationId xmlns:a16="http://schemas.microsoft.com/office/drawing/2014/main" id="{919EEBC5-0A27-97B2-F679-3F017EA90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43" y="2897727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7A7F3C15-7272-134F-3E27-8B1975943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967" y="2885831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Microsoft Azure Marketplace">
            <a:extLst>
              <a:ext uri="{FF2B5EF4-FFF2-40B4-BE49-F238E27FC236}">
                <a16:creationId xmlns:a16="http://schemas.microsoft.com/office/drawing/2014/main" id="{60FD7FBA-D900-C7AB-BD0A-275FB87A5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411" y="4260740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Microsoft Azure Marketplace">
            <a:extLst>
              <a:ext uri="{FF2B5EF4-FFF2-40B4-BE49-F238E27FC236}">
                <a16:creationId xmlns:a16="http://schemas.microsoft.com/office/drawing/2014/main" id="{0B3ADF63-23C3-38C5-A170-58CF5C42F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58" y="2899478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Microsoft Azure Marketplace">
            <a:extLst>
              <a:ext uri="{FF2B5EF4-FFF2-40B4-BE49-F238E27FC236}">
                <a16:creationId xmlns:a16="http://schemas.microsoft.com/office/drawing/2014/main" id="{BBE096F6-15CB-B196-D9D0-747A09010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19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Microsoft Azure Marketplace">
            <a:extLst>
              <a:ext uri="{FF2B5EF4-FFF2-40B4-BE49-F238E27FC236}">
                <a16:creationId xmlns:a16="http://schemas.microsoft.com/office/drawing/2014/main" id="{13F46AB4-1589-8644-CBA6-637028224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073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23150B6-30F4-36D5-3E91-9603F48896A9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7414433" y="3591651"/>
            <a:ext cx="1847853" cy="8616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439C12-6A85-AA28-E323-5BE808E7E4A0}"/>
              </a:ext>
            </a:extLst>
          </p:cNvPr>
          <p:cNvCxnSpPr>
            <a:cxnSpLocks/>
            <a:stCxn id="6" idx="7"/>
            <a:endCxn id="9" idx="3"/>
          </p:cNvCxnSpPr>
          <p:nvPr/>
        </p:nvCxnSpPr>
        <p:spPr>
          <a:xfrm flipV="1">
            <a:off x="7414433" y="2083417"/>
            <a:ext cx="1847853" cy="8616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CBC72C99-F166-6969-E6C1-61239DCB33BC}"/>
              </a:ext>
            </a:extLst>
          </p:cNvPr>
          <p:cNvCxnSpPr>
            <a:cxnSpLocks/>
          </p:cNvCxnSpPr>
          <p:nvPr/>
        </p:nvCxnSpPr>
        <p:spPr>
          <a:xfrm>
            <a:off x="7564817" y="3284835"/>
            <a:ext cx="158003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40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C2AFD-A056-926A-3C63-555869E5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BC3ACA-639B-A08B-4042-5FC87D2D5859}"/>
              </a:ext>
            </a:extLst>
          </p:cNvPr>
          <p:cNvCxnSpPr>
            <a:cxnSpLocks/>
            <a:stCxn id="26" idx="5"/>
            <a:endCxn id="3074" idx="1"/>
          </p:cNvCxnSpPr>
          <p:nvPr/>
        </p:nvCxnSpPr>
        <p:spPr>
          <a:xfrm flipV="1">
            <a:off x="3141908" y="794734"/>
            <a:ext cx="7038914" cy="142596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38619E8-B15F-CB66-B10C-26FA961F1C10}"/>
              </a:ext>
            </a:extLst>
          </p:cNvPr>
          <p:cNvSpPr/>
          <p:nvPr/>
        </p:nvSpPr>
        <p:spPr>
          <a:xfrm>
            <a:off x="2366958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885570-2945-C363-AABC-D437B9153CBB}"/>
              </a:ext>
            </a:extLst>
          </p:cNvPr>
          <p:cNvSpPr/>
          <p:nvPr/>
        </p:nvSpPr>
        <p:spPr>
          <a:xfrm>
            <a:off x="9128375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5DE500-B978-5113-FA1D-3B293B18E5FC}"/>
              </a:ext>
            </a:extLst>
          </p:cNvPr>
          <p:cNvSpPr/>
          <p:nvPr/>
        </p:nvSpPr>
        <p:spPr>
          <a:xfrm>
            <a:off x="6633944" y="282763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19B32C-F070-6B4C-1CAB-7F9C382EEA27}"/>
              </a:ext>
            </a:extLst>
          </p:cNvPr>
          <p:cNvSpPr/>
          <p:nvPr/>
        </p:nvSpPr>
        <p:spPr>
          <a:xfrm>
            <a:off x="9128375" y="431939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A511AF-4762-45A3-E9CA-78D1D3202E9B}"/>
              </a:ext>
            </a:extLst>
          </p:cNvPr>
          <p:cNvSpPr/>
          <p:nvPr/>
        </p:nvSpPr>
        <p:spPr>
          <a:xfrm>
            <a:off x="9128375" y="130292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101526-3FD6-93AE-C81E-5E24BCFA8CDD}"/>
              </a:ext>
            </a:extLst>
          </p:cNvPr>
          <p:cNvSpPr/>
          <p:nvPr/>
        </p:nvSpPr>
        <p:spPr>
          <a:xfrm>
            <a:off x="10652944" y="281116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B3BEC7-653B-5FB8-19DD-AE7A915682D7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0042775" y="3268362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D38615-67D5-28F9-3A39-55342A23CA2B}"/>
              </a:ext>
            </a:extLst>
          </p:cNvPr>
          <p:cNvCxnSpPr>
            <a:stCxn id="6" idx="7"/>
            <a:endCxn id="9" idx="2"/>
          </p:cNvCxnSpPr>
          <p:nvPr/>
        </p:nvCxnSpPr>
        <p:spPr>
          <a:xfrm flipV="1">
            <a:off x="7414433" y="1760128"/>
            <a:ext cx="1713942" cy="1201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C6B3C3-87F3-A88A-14F9-B909D2C1B571}"/>
              </a:ext>
            </a:extLst>
          </p:cNvPr>
          <p:cNvCxnSpPr>
            <a:stCxn id="6" idx="5"/>
            <a:endCxn id="8" idx="2"/>
          </p:cNvCxnSpPr>
          <p:nvPr/>
        </p:nvCxnSpPr>
        <p:spPr>
          <a:xfrm>
            <a:off x="7414433" y="3608124"/>
            <a:ext cx="1713942" cy="11684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44180B-A9FA-BA82-294C-BF619CC6DDC3}"/>
              </a:ext>
            </a:extLst>
          </p:cNvPr>
          <p:cNvCxnSpPr>
            <a:cxnSpLocks/>
          </p:cNvCxnSpPr>
          <p:nvPr/>
        </p:nvCxnSpPr>
        <p:spPr>
          <a:xfrm>
            <a:off x="7548344" y="3206577"/>
            <a:ext cx="15800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7AEEA2-699F-77AD-3898-1F6827730C65}"/>
              </a:ext>
            </a:extLst>
          </p:cNvPr>
          <p:cNvSpPr txBox="1"/>
          <p:nvPr/>
        </p:nvSpPr>
        <p:spPr>
          <a:xfrm>
            <a:off x="10249585" y="2943412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74A7B6-71B9-3AD0-6DB6-3FF8F73A1280}"/>
              </a:ext>
            </a:extLst>
          </p:cNvPr>
          <p:cNvSpPr txBox="1"/>
          <p:nvPr/>
        </p:nvSpPr>
        <p:spPr>
          <a:xfrm>
            <a:off x="8269773" y="324634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3B3E2E-750F-BA58-18BF-C69665BEA4C3}"/>
              </a:ext>
            </a:extLst>
          </p:cNvPr>
          <p:cNvSpPr txBox="1"/>
          <p:nvPr/>
        </p:nvSpPr>
        <p:spPr>
          <a:xfrm>
            <a:off x="8269773" y="376536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990D06-E9E6-CE0D-D148-655B68514433}"/>
              </a:ext>
            </a:extLst>
          </p:cNvPr>
          <p:cNvCxnSpPr>
            <a:cxnSpLocks/>
            <a:stCxn id="3074" idx="2"/>
            <a:endCxn id="6" idx="2"/>
          </p:cNvCxnSpPr>
          <p:nvPr/>
        </p:nvCxnSpPr>
        <p:spPr>
          <a:xfrm flipH="1">
            <a:off x="6633944" y="1754773"/>
            <a:ext cx="4506917" cy="15300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99A9F0-1CA5-4B60-FDBD-F4B6873E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629788" y="2565356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6E7619A-B990-8627-C518-DE854AFA91BC}"/>
              </a:ext>
            </a:extLst>
          </p:cNvPr>
          <p:cNvSpPr/>
          <p:nvPr/>
        </p:nvSpPr>
        <p:spPr>
          <a:xfrm>
            <a:off x="1113387" y="27946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F85100-BA02-4B75-0440-A3AAAF42C834}"/>
              </a:ext>
            </a:extLst>
          </p:cNvPr>
          <p:cNvSpPr/>
          <p:nvPr/>
        </p:nvSpPr>
        <p:spPr>
          <a:xfrm>
            <a:off x="2361419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37F291-D374-5831-2F54-F090D11A6E1D}"/>
              </a:ext>
            </a:extLst>
          </p:cNvPr>
          <p:cNvSpPr/>
          <p:nvPr/>
        </p:nvSpPr>
        <p:spPr>
          <a:xfrm>
            <a:off x="1115945" y="414906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595C1FF-D45F-65A4-6675-FA8510AE2734}"/>
              </a:ext>
            </a:extLst>
          </p:cNvPr>
          <p:cNvSpPr/>
          <p:nvPr/>
        </p:nvSpPr>
        <p:spPr>
          <a:xfrm>
            <a:off x="1113387" y="14402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3336B3-EE0A-A021-874E-51885B0D5A52}"/>
              </a:ext>
            </a:extLst>
          </p:cNvPr>
          <p:cNvCxnSpPr/>
          <p:nvPr/>
        </p:nvCxnSpPr>
        <p:spPr>
          <a:xfrm>
            <a:off x="3971461" y="4134695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6F2E2F-7251-F56C-563A-9CAF6D410594}"/>
              </a:ext>
            </a:extLst>
          </p:cNvPr>
          <p:cNvCxnSpPr>
            <a:cxnSpLocks/>
          </p:cNvCxnSpPr>
          <p:nvPr/>
        </p:nvCxnSpPr>
        <p:spPr>
          <a:xfrm flipH="1">
            <a:off x="3933215" y="3865846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21F9062-9B75-7CAD-ED3A-9AC93D45F9EA}"/>
              </a:ext>
            </a:extLst>
          </p:cNvPr>
          <p:cNvCxnSpPr>
            <a:stCxn id="28" idx="4"/>
            <a:endCxn id="25" idx="0"/>
          </p:cNvCxnSpPr>
          <p:nvPr/>
        </p:nvCxnSpPr>
        <p:spPr>
          <a:xfrm>
            <a:off x="1570587" y="2354613"/>
            <a:ext cx="0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9F01721-9F9B-F193-AF49-0B70A2CE1317}"/>
              </a:ext>
            </a:extLst>
          </p:cNvPr>
          <p:cNvCxnSpPr>
            <a:stCxn id="25" idx="4"/>
            <a:endCxn id="27" idx="0"/>
          </p:cNvCxnSpPr>
          <p:nvPr/>
        </p:nvCxnSpPr>
        <p:spPr>
          <a:xfrm>
            <a:off x="1570587" y="3709040"/>
            <a:ext cx="2558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2C3B75-6413-0280-E973-F1382379342E}"/>
              </a:ext>
            </a:extLst>
          </p:cNvPr>
          <p:cNvCxnSpPr>
            <a:stCxn id="28" idx="6"/>
            <a:endCxn id="26" idx="2"/>
          </p:cNvCxnSpPr>
          <p:nvPr/>
        </p:nvCxnSpPr>
        <p:spPr>
          <a:xfrm>
            <a:off x="2027787" y="1897413"/>
            <a:ext cx="33363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A8874B-222C-67EF-21B9-224384524D7A}"/>
              </a:ext>
            </a:extLst>
          </p:cNvPr>
          <p:cNvCxnSpPr>
            <a:stCxn id="26" idx="4"/>
            <a:endCxn id="4" idx="0"/>
          </p:cNvCxnSpPr>
          <p:nvPr/>
        </p:nvCxnSpPr>
        <p:spPr>
          <a:xfrm>
            <a:off x="2818619" y="2354613"/>
            <a:ext cx="5539" cy="4400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524342F-34D3-EE1E-B632-61A8C023ACD0}"/>
              </a:ext>
            </a:extLst>
          </p:cNvPr>
          <p:cNvCxnSpPr>
            <a:stCxn id="25" idx="6"/>
            <a:endCxn id="4" idx="2"/>
          </p:cNvCxnSpPr>
          <p:nvPr/>
        </p:nvCxnSpPr>
        <p:spPr>
          <a:xfrm>
            <a:off x="2027787" y="3251840"/>
            <a:ext cx="33917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1B9227-FF58-D4E2-8339-F642597DA213}"/>
              </a:ext>
            </a:extLst>
          </p:cNvPr>
          <p:cNvCxnSpPr>
            <a:stCxn id="27" idx="6"/>
            <a:endCxn id="4" idx="4"/>
          </p:cNvCxnSpPr>
          <p:nvPr/>
        </p:nvCxnSpPr>
        <p:spPr>
          <a:xfrm flipV="1">
            <a:off x="2030345" y="3709040"/>
            <a:ext cx="793813" cy="8972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3C97975-7DB2-2471-609E-0368210816D4}"/>
              </a:ext>
            </a:extLst>
          </p:cNvPr>
          <p:cNvSpPr txBox="1"/>
          <p:nvPr/>
        </p:nvSpPr>
        <p:spPr>
          <a:xfrm>
            <a:off x="4504218" y="3456745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C38F23-4E04-14CA-5EF3-B555076653CA}"/>
              </a:ext>
            </a:extLst>
          </p:cNvPr>
          <p:cNvSpPr txBox="1"/>
          <p:nvPr/>
        </p:nvSpPr>
        <p:spPr>
          <a:xfrm>
            <a:off x="6642944" y="370374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8" name="Picture 2" descr="Microsoft Azure Marketplace">
            <a:extLst>
              <a:ext uri="{FF2B5EF4-FFF2-40B4-BE49-F238E27FC236}">
                <a16:creationId xmlns:a16="http://schemas.microsoft.com/office/drawing/2014/main" id="{2E24F726-4EEC-1140-5A33-61F50AD6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43" y="2897727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81D44F4E-6DFE-3B4F-F85B-F6DE9854F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713" y="2864375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Microsoft Azure Marketplace">
            <a:extLst>
              <a:ext uri="{FF2B5EF4-FFF2-40B4-BE49-F238E27FC236}">
                <a16:creationId xmlns:a16="http://schemas.microsoft.com/office/drawing/2014/main" id="{43B0E3D1-D517-62A0-15DD-8D55EC49F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411" y="4260740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Microsoft Azure Marketplace">
            <a:extLst>
              <a:ext uri="{FF2B5EF4-FFF2-40B4-BE49-F238E27FC236}">
                <a16:creationId xmlns:a16="http://schemas.microsoft.com/office/drawing/2014/main" id="{1F046918-982A-B22F-94ED-E6A021B5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58" y="2899478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Microsoft Azure Marketplace">
            <a:extLst>
              <a:ext uri="{FF2B5EF4-FFF2-40B4-BE49-F238E27FC236}">
                <a16:creationId xmlns:a16="http://schemas.microsoft.com/office/drawing/2014/main" id="{5E19D667-4836-36EE-E878-3D3344193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19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Microsoft Azure Marketplace">
            <a:extLst>
              <a:ext uri="{FF2B5EF4-FFF2-40B4-BE49-F238E27FC236}">
                <a16:creationId xmlns:a16="http://schemas.microsoft.com/office/drawing/2014/main" id="{B80B150E-15AB-288E-A03F-831BB47EB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073" y="1551886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D2CD1F-587C-93BD-95DE-04951E91CC83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7414433" y="3608124"/>
            <a:ext cx="1847853" cy="84518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F7EA5D2-CB48-B87A-CD4D-7FD676636ECB}"/>
              </a:ext>
            </a:extLst>
          </p:cNvPr>
          <p:cNvCxnSpPr>
            <a:cxnSpLocks/>
            <a:stCxn id="6" idx="7"/>
            <a:endCxn id="9" idx="3"/>
          </p:cNvCxnSpPr>
          <p:nvPr/>
        </p:nvCxnSpPr>
        <p:spPr>
          <a:xfrm flipV="1">
            <a:off x="7414433" y="2083417"/>
            <a:ext cx="1847853" cy="87812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28270E96-6D49-1072-AA61-7D0744D32D3C}"/>
              </a:ext>
            </a:extLst>
          </p:cNvPr>
          <p:cNvCxnSpPr>
            <a:cxnSpLocks/>
          </p:cNvCxnSpPr>
          <p:nvPr/>
        </p:nvCxnSpPr>
        <p:spPr>
          <a:xfrm>
            <a:off x="7564817" y="3284835"/>
            <a:ext cx="158003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Implementing an Azure Data Warehouse Just Got More Compelling">
            <a:extLst>
              <a:ext uri="{FF2B5EF4-FFF2-40B4-BE49-F238E27FC236}">
                <a16:creationId xmlns:a16="http://schemas.microsoft.com/office/drawing/2014/main" id="{173B635B-ED63-4517-EF98-1006BFEA5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822" y="-165305"/>
            <a:ext cx="1920078" cy="1920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A4D945-441F-FDA2-5923-834E422E741F}"/>
              </a:ext>
            </a:extLst>
          </p:cNvPr>
          <p:cNvCxnSpPr>
            <a:stCxn id="3074" idx="2"/>
            <a:endCxn id="4" idx="6"/>
          </p:cNvCxnSpPr>
          <p:nvPr/>
        </p:nvCxnSpPr>
        <p:spPr>
          <a:xfrm flipH="1">
            <a:off x="3281358" y="1754773"/>
            <a:ext cx="7859503" cy="149706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Microsoft Azure Marketplace">
            <a:extLst>
              <a:ext uri="{FF2B5EF4-FFF2-40B4-BE49-F238E27FC236}">
                <a16:creationId xmlns:a16="http://schemas.microsoft.com/office/drawing/2014/main" id="{F1E7D1AA-EDFB-80CF-0D00-49441133C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968" y="468033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28B167-5B42-55DA-87A6-41AF38DE461A}"/>
              </a:ext>
            </a:extLst>
          </p:cNvPr>
          <p:cNvCxnSpPr>
            <a:cxnSpLocks/>
            <a:endCxn id="27" idx="5"/>
          </p:cNvCxnSpPr>
          <p:nvPr/>
        </p:nvCxnSpPr>
        <p:spPr>
          <a:xfrm flipH="1">
            <a:off x="1896434" y="3484544"/>
            <a:ext cx="8756510" cy="144501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24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BFB34-948E-554C-F4F2-29B515255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1CB564C-213E-5A73-D169-001975E270B6}"/>
              </a:ext>
            </a:extLst>
          </p:cNvPr>
          <p:cNvSpPr/>
          <p:nvPr/>
        </p:nvSpPr>
        <p:spPr>
          <a:xfrm>
            <a:off x="5694831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08A4C4-195A-E6B3-1910-90139AFF1D49}"/>
              </a:ext>
            </a:extLst>
          </p:cNvPr>
          <p:cNvSpPr/>
          <p:nvPr/>
        </p:nvSpPr>
        <p:spPr>
          <a:xfrm>
            <a:off x="5694831" y="524956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3B2701-646E-4695-C7B4-D15A6C85277D}"/>
              </a:ext>
            </a:extLst>
          </p:cNvPr>
          <p:cNvSpPr/>
          <p:nvPr/>
        </p:nvSpPr>
        <p:spPr>
          <a:xfrm>
            <a:off x="3935342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F0B06C-E5D6-BE48-56EA-9C9E780D3A11}"/>
              </a:ext>
            </a:extLst>
          </p:cNvPr>
          <p:cNvSpPr/>
          <p:nvPr/>
        </p:nvSpPr>
        <p:spPr>
          <a:xfrm>
            <a:off x="2243303" y="386717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5F9FD2-1ED1-3780-302E-B06AD92433C8}"/>
              </a:ext>
            </a:extLst>
          </p:cNvPr>
          <p:cNvSpPr/>
          <p:nvPr/>
        </p:nvSpPr>
        <p:spPr>
          <a:xfrm>
            <a:off x="7219400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2847B2-68B2-20B5-DE46-D0627439148A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6609231" y="4353307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F354F1-FFDF-A2ED-B238-2FB8D6C5B1A7}"/>
              </a:ext>
            </a:extLst>
          </p:cNvPr>
          <p:cNvSpPr txBox="1"/>
          <p:nvPr/>
        </p:nvSpPr>
        <p:spPr>
          <a:xfrm>
            <a:off x="6816041" y="4028357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6DFF8-35ED-D0CB-52CB-1E064AA72DF7}"/>
              </a:ext>
            </a:extLst>
          </p:cNvPr>
          <p:cNvSpPr txBox="1"/>
          <p:nvPr/>
        </p:nvSpPr>
        <p:spPr>
          <a:xfrm>
            <a:off x="4226103" y="473403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853BEE-74F6-1DFF-B292-A9EF78F6091B}"/>
              </a:ext>
            </a:extLst>
          </p:cNvPr>
          <p:cNvSpPr txBox="1"/>
          <p:nvPr/>
        </p:nvSpPr>
        <p:spPr>
          <a:xfrm>
            <a:off x="2511990" y="47313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99FA10-5FD8-6E3C-D2B7-87D7B1D56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65151" y="4984938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DB4CD3-E28B-F8C0-69EE-518F712C0552}"/>
              </a:ext>
            </a:extLst>
          </p:cNvPr>
          <p:cNvCxnSpPr/>
          <p:nvPr/>
        </p:nvCxnSpPr>
        <p:spPr>
          <a:xfrm>
            <a:off x="2457176" y="6480090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6E61DE-F2FB-C220-FD7F-946E3D09CFC6}"/>
              </a:ext>
            </a:extLst>
          </p:cNvPr>
          <p:cNvCxnSpPr>
            <a:cxnSpLocks/>
          </p:cNvCxnSpPr>
          <p:nvPr/>
        </p:nvCxnSpPr>
        <p:spPr>
          <a:xfrm flipH="1">
            <a:off x="2418930" y="6211241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7E0C725-4477-B076-DE1B-361FDE0FCBAF}"/>
              </a:ext>
            </a:extLst>
          </p:cNvPr>
          <p:cNvSpPr txBox="1"/>
          <p:nvPr/>
        </p:nvSpPr>
        <p:spPr>
          <a:xfrm>
            <a:off x="2989933" y="580214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C0B1D2-7A85-F85C-EB8D-3ECF20ACE0D3}"/>
              </a:ext>
            </a:extLst>
          </p:cNvPr>
          <p:cNvSpPr txBox="1"/>
          <p:nvPr/>
        </p:nvSpPr>
        <p:spPr>
          <a:xfrm>
            <a:off x="5703831" y="612567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DDA6ABFA-A9A7-4AE0-07EA-BD7D07F8D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600" y="5286305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DF7388A4-67E0-1D0B-53A4-16E1C464B64D}"/>
              </a:ext>
            </a:extLst>
          </p:cNvPr>
          <p:cNvGrpSpPr/>
          <p:nvPr/>
        </p:nvGrpSpPr>
        <p:grpSpPr>
          <a:xfrm>
            <a:off x="10421779" y="307146"/>
            <a:ext cx="914400" cy="914400"/>
            <a:chOff x="5744547" y="377571"/>
            <a:chExt cx="914400" cy="9144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6459AE-5DDB-4479-2126-554785A8F6C5}"/>
                </a:ext>
              </a:extLst>
            </p:cNvPr>
            <p:cNvSpPr/>
            <p:nvPr/>
          </p:nvSpPr>
          <p:spPr>
            <a:xfrm>
              <a:off x="5744547" y="377571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0" name="Picture 2" descr="Microsoft Azure Marketplace">
              <a:extLst>
                <a:ext uri="{FF2B5EF4-FFF2-40B4-BE49-F238E27FC236}">
                  <a16:creationId xmlns:a16="http://schemas.microsoft.com/office/drawing/2014/main" id="{FEB4EAB9-EB4B-E099-2927-83E7A8E7C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964" y="485094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0A78B2A1-CE8F-13F7-C95C-29EA5306F2A6}"/>
              </a:ext>
            </a:extLst>
          </p:cNvPr>
          <p:cNvGrpSpPr/>
          <p:nvPr/>
        </p:nvGrpSpPr>
        <p:grpSpPr>
          <a:xfrm>
            <a:off x="5196069" y="1528486"/>
            <a:ext cx="1920078" cy="1920078"/>
            <a:chOff x="10180822" y="-165305"/>
            <a:chExt cx="1920078" cy="1920078"/>
          </a:xfrm>
        </p:grpSpPr>
        <p:pic>
          <p:nvPicPr>
            <p:cNvPr id="3074" name="Picture 2" descr="Implementing an Azure Data Warehouse Just Got More Compelling">
              <a:extLst>
                <a:ext uri="{FF2B5EF4-FFF2-40B4-BE49-F238E27FC236}">
                  <a16:creationId xmlns:a16="http://schemas.microsoft.com/office/drawing/2014/main" id="{D3AD7F01-CDC3-D535-3334-28AE9E1E9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0822" y="-165305"/>
              <a:ext cx="1920078" cy="1920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Microsoft Azure Marketplace">
              <a:extLst>
                <a:ext uri="{FF2B5EF4-FFF2-40B4-BE49-F238E27FC236}">
                  <a16:creationId xmlns:a16="http://schemas.microsoft.com/office/drawing/2014/main" id="{BF60C2BA-E022-292F-9BC0-6ED5620ED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94968" y="468033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47B51D-7AB9-217C-F304-71491FC7387C}"/>
              </a:ext>
            </a:extLst>
          </p:cNvPr>
          <p:cNvCxnSpPr>
            <a:cxnSpLocks/>
          </p:cNvCxnSpPr>
          <p:nvPr/>
        </p:nvCxnSpPr>
        <p:spPr>
          <a:xfrm flipH="1">
            <a:off x="1944643" y="5013049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FAED6F90-3C86-471B-147C-2793BDEA21EB}"/>
              </a:ext>
            </a:extLst>
          </p:cNvPr>
          <p:cNvGrpSpPr/>
          <p:nvPr/>
        </p:nvGrpSpPr>
        <p:grpSpPr>
          <a:xfrm>
            <a:off x="3135302" y="295034"/>
            <a:ext cx="914400" cy="914400"/>
            <a:chOff x="1328903" y="1118459"/>
            <a:chExt cx="914400" cy="914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1E121EC-B57C-1D51-00EB-5D24509B3614}"/>
                </a:ext>
              </a:extLst>
            </p:cNvPr>
            <p:cNvSpPr/>
            <p:nvPr/>
          </p:nvSpPr>
          <p:spPr>
            <a:xfrm>
              <a:off x="1328903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48" name="Picture 2" descr="Microsoft Azure Marketplace">
              <a:extLst>
                <a:ext uri="{FF2B5EF4-FFF2-40B4-BE49-F238E27FC236}">
                  <a16:creationId xmlns:a16="http://schemas.microsoft.com/office/drawing/2014/main" id="{504816FE-5A5F-F039-4C5E-EB3B0735A3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388" y="1221546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0465EAF-34B1-9E6C-3FE8-AD892AD746D1}"/>
              </a:ext>
            </a:extLst>
          </p:cNvPr>
          <p:cNvGrpSpPr/>
          <p:nvPr/>
        </p:nvGrpSpPr>
        <p:grpSpPr>
          <a:xfrm>
            <a:off x="960812" y="307033"/>
            <a:ext cx="914400" cy="914400"/>
            <a:chOff x="75332" y="1118459"/>
            <a:chExt cx="914400" cy="9144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9D4FD51-4B1F-FD71-A8AE-8751C4AA6C2C}"/>
                </a:ext>
              </a:extLst>
            </p:cNvPr>
            <p:cNvSpPr/>
            <p:nvPr/>
          </p:nvSpPr>
          <p:spPr>
            <a:xfrm>
              <a:off x="75332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1" name="Picture 2" descr="Microsoft Azure Marketplace">
              <a:extLst>
                <a:ext uri="{FF2B5EF4-FFF2-40B4-BE49-F238E27FC236}">
                  <a16:creationId xmlns:a16="http://schemas.microsoft.com/office/drawing/2014/main" id="{73E61AF0-2504-6055-342B-B3AAC7F8A2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503" y="1223297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33B74F2C-ABF2-5EB6-6044-7F809B7B61E3}"/>
              </a:ext>
            </a:extLst>
          </p:cNvPr>
          <p:cNvGrpSpPr/>
          <p:nvPr/>
        </p:nvGrpSpPr>
        <p:grpSpPr>
          <a:xfrm>
            <a:off x="5744546" y="319032"/>
            <a:ext cx="914400" cy="914400"/>
            <a:chOff x="75332" y="-235968"/>
            <a:chExt cx="914400" cy="9144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3BF2D87-FAB2-8F3B-2C74-E6A46BB861E7}"/>
                </a:ext>
              </a:extLst>
            </p:cNvPr>
            <p:cNvSpPr/>
            <p:nvPr/>
          </p:nvSpPr>
          <p:spPr>
            <a:xfrm>
              <a:off x="75332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2" name="Picture 2" descr="Microsoft Azure Marketplace">
              <a:extLst>
                <a:ext uri="{FF2B5EF4-FFF2-40B4-BE49-F238E27FC236}">
                  <a16:creationId xmlns:a16="http://schemas.microsoft.com/office/drawing/2014/main" id="{DBC93EA3-3FB3-3B96-083A-996C34FC8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964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3AAAD12F-6455-35CC-7A5B-FA0FC585C0A4}"/>
              </a:ext>
            </a:extLst>
          </p:cNvPr>
          <p:cNvGrpSpPr/>
          <p:nvPr/>
        </p:nvGrpSpPr>
        <p:grpSpPr>
          <a:xfrm>
            <a:off x="8133800" y="282922"/>
            <a:ext cx="914400" cy="914400"/>
            <a:chOff x="1323364" y="-235968"/>
            <a:chExt cx="914400" cy="91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3E7E05D-EE39-6DE3-8EC4-12AA799C8035}"/>
                </a:ext>
              </a:extLst>
            </p:cNvPr>
            <p:cNvSpPr/>
            <p:nvPr/>
          </p:nvSpPr>
          <p:spPr>
            <a:xfrm>
              <a:off x="1323364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3" name="Picture 2" descr="Microsoft Azure Marketplace">
              <a:extLst>
                <a:ext uri="{FF2B5EF4-FFF2-40B4-BE49-F238E27FC236}">
                  <a16:creationId xmlns:a16="http://schemas.microsoft.com/office/drawing/2014/main" id="{86C41BE1-932B-DB2B-D335-FB15ECD04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018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22D4B494-CA1A-DDDB-5803-AEB9CE39C6D8}"/>
              </a:ext>
            </a:extLst>
          </p:cNvPr>
          <p:cNvCxnSpPr>
            <a:cxnSpLocks/>
          </p:cNvCxnSpPr>
          <p:nvPr/>
        </p:nvCxnSpPr>
        <p:spPr>
          <a:xfrm flipH="1">
            <a:off x="1872007" y="3474952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A23527DE-AFAD-F538-E56E-A00500636CDD}"/>
              </a:ext>
            </a:extLst>
          </p:cNvPr>
          <p:cNvCxnSpPr>
            <a:cxnSpLocks/>
          </p:cNvCxnSpPr>
          <p:nvPr/>
        </p:nvCxnSpPr>
        <p:spPr>
          <a:xfrm flipH="1">
            <a:off x="1354078" y="1461168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9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3F81-0062-137F-F977-3FF49E7C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C65F7C4-E7A9-26D3-CF72-099056C8C480}"/>
              </a:ext>
            </a:extLst>
          </p:cNvPr>
          <p:cNvSpPr/>
          <p:nvPr/>
        </p:nvSpPr>
        <p:spPr>
          <a:xfrm>
            <a:off x="5694831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7C42AF-D5E2-43F6-7FFB-9EC64DA4950F}"/>
              </a:ext>
            </a:extLst>
          </p:cNvPr>
          <p:cNvSpPr/>
          <p:nvPr/>
        </p:nvSpPr>
        <p:spPr>
          <a:xfrm>
            <a:off x="5694831" y="524956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47E715-A058-694F-8798-2F768AFF0263}"/>
              </a:ext>
            </a:extLst>
          </p:cNvPr>
          <p:cNvSpPr/>
          <p:nvPr/>
        </p:nvSpPr>
        <p:spPr>
          <a:xfrm>
            <a:off x="3935342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C6B02F-EF70-2909-3452-CDF557105A99}"/>
              </a:ext>
            </a:extLst>
          </p:cNvPr>
          <p:cNvSpPr/>
          <p:nvPr/>
        </p:nvSpPr>
        <p:spPr>
          <a:xfrm>
            <a:off x="2243303" y="386717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95B15E-483F-475F-9BAB-4D21A3F4C673}"/>
              </a:ext>
            </a:extLst>
          </p:cNvPr>
          <p:cNvSpPr/>
          <p:nvPr/>
        </p:nvSpPr>
        <p:spPr>
          <a:xfrm>
            <a:off x="7219400" y="389610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234738-3691-7A60-71AC-B1430276258E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6609231" y="4353307"/>
            <a:ext cx="6101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C320CD-EE5F-E930-2062-D3123BB139BD}"/>
              </a:ext>
            </a:extLst>
          </p:cNvPr>
          <p:cNvSpPr txBox="1"/>
          <p:nvPr/>
        </p:nvSpPr>
        <p:spPr>
          <a:xfrm>
            <a:off x="6816041" y="4028357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724F5-C86E-1DAB-9E04-C5297E8C954C}"/>
              </a:ext>
            </a:extLst>
          </p:cNvPr>
          <p:cNvSpPr txBox="1"/>
          <p:nvPr/>
        </p:nvSpPr>
        <p:spPr>
          <a:xfrm>
            <a:off x="4226103" y="473403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06EBAF-5614-CB5F-9C23-FCC89ED3AD84}"/>
              </a:ext>
            </a:extLst>
          </p:cNvPr>
          <p:cNvSpPr txBox="1"/>
          <p:nvPr/>
        </p:nvSpPr>
        <p:spPr>
          <a:xfrm>
            <a:off x="2511990" y="47313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58A30B-5EE9-0267-7F91-B7F72766B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65151" y="4984938"/>
            <a:ext cx="2854702" cy="9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B71430-4080-A989-120A-D034ACE08128}"/>
              </a:ext>
            </a:extLst>
          </p:cNvPr>
          <p:cNvCxnSpPr/>
          <p:nvPr/>
        </p:nvCxnSpPr>
        <p:spPr>
          <a:xfrm>
            <a:off x="2457176" y="6480090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D79007-3623-6506-EF0B-662BAC457DFF}"/>
              </a:ext>
            </a:extLst>
          </p:cNvPr>
          <p:cNvCxnSpPr>
            <a:cxnSpLocks/>
          </p:cNvCxnSpPr>
          <p:nvPr/>
        </p:nvCxnSpPr>
        <p:spPr>
          <a:xfrm flipH="1">
            <a:off x="2418930" y="6211241"/>
            <a:ext cx="2347784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C04056D-C3AF-5D5B-DB77-D2CD61AA5E7F}"/>
              </a:ext>
            </a:extLst>
          </p:cNvPr>
          <p:cNvSpPr txBox="1"/>
          <p:nvPr/>
        </p:nvSpPr>
        <p:spPr>
          <a:xfrm>
            <a:off x="2989933" y="580214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Mesh VPN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098376-4973-AF94-8FD6-DB4D054E9505}"/>
              </a:ext>
            </a:extLst>
          </p:cNvPr>
          <p:cNvSpPr txBox="1"/>
          <p:nvPr/>
        </p:nvSpPr>
        <p:spPr>
          <a:xfrm>
            <a:off x="5703831" y="6125671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Subnet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Router</a:t>
            </a:r>
          </a:p>
        </p:txBody>
      </p:sp>
      <p:pic>
        <p:nvPicPr>
          <p:cNvPr id="49" name="Picture 2" descr="Microsoft Azure Marketplace">
            <a:extLst>
              <a:ext uri="{FF2B5EF4-FFF2-40B4-BE49-F238E27FC236}">
                <a16:creationId xmlns:a16="http://schemas.microsoft.com/office/drawing/2014/main" id="{8045536B-D83D-55FA-89E3-F24E410F4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600" y="5286305"/>
            <a:ext cx="230351" cy="2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1E38788E-2DE4-B7DA-1B8A-DA62143FA71D}"/>
              </a:ext>
            </a:extLst>
          </p:cNvPr>
          <p:cNvGrpSpPr/>
          <p:nvPr/>
        </p:nvGrpSpPr>
        <p:grpSpPr>
          <a:xfrm>
            <a:off x="10421779" y="307146"/>
            <a:ext cx="914400" cy="914400"/>
            <a:chOff x="5744547" y="377571"/>
            <a:chExt cx="914400" cy="9144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B3DD61C-1D79-27E3-E5BB-A9C220173276}"/>
                </a:ext>
              </a:extLst>
            </p:cNvPr>
            <p:cNvSpPr/>
            <p:nvPr/>
          </p:nvSpPr>
          <p:spPr>
            <a:xfrm>
              <a:off x="5744547" y="377571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0" name="Picture 2" descr="Microsoft Azure Marketplace">
              <a:extLst>
                <a:ext uri="{FF2B5EF4-FFF2-40B4-BE49-F238E27FC236}">
                  <a16:creationId xmlns:a16="http://schemas.microsoft.com/office/drawing/2014/main" id="{0925DF5A-B909-C99A-8858-15B0E8284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964" y="485094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5826DEEA-3569-E782-9BF6-3B533633EF2C}"/>
              </a:ext>
            </a:extLst>
          </p:cNvPr>
          <p:cNvGrpSpPr/>
          <p:nvPr/>
        </p:nvGrpSpPr>
        <p:grpSpPr>
          <a:xfrm>
            <a:off x="5196069" y="1528486"/>
            <a:ext cx="1920078" cy="1920078"/>
            <a:chOff x="10180822" y="-165305"/>
            <a:chExt cx="1920078" cy="1920078"/>
          </a:xfrm>
        </p:grpSpPr>
        <p:pic>
          <p:nvPicPr>
            <p:cNvPr id="3074" name="Picture 2" descr="Implementing an Azure Data Warehouse Just Got More Compelling">
              <a:extLst>
                <a:ext uri="{FF2B5EF4-FFF2-40B4-BE49-F238E27FC236}">
                  <a16:creationId xmlns:a16="http://schemas.microsoft.com/office/drawing/2014/main" id="{CF26D888-BE1C-A7DD-B34F-BC094E6D71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0822" y="-165305"/>
              <a:ext cx="1920078" cy="1920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Microsoft Azure Marketplace">
              <a:extLst>
                <a:ext uri="{FF2B5EF4-FFF2-40B4-BE49-F238E27FC236}">
                  <a16:creationId xmlns:a16="http://schemas.microsoft.com/office/drawing/2014/main" id="{A88E6D81-4500-61D6-C014-459F1B049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94968" y="468033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97A98CF-3FC5-E6D7-0CC4-9280852C60C1}"/>
              </a:ext>
            </a:extLst>
          </p:cNvPr>
          <p:cNvCxnSpPr>
            <a:cxnSpLocks/>
          </p:cNvCxnSpPr>
          <p:nvPr/>
        </p:nvCxnSpPr>
        <p:spPr>
          <a:xfrm flipH="1">
            <a:off x="1944643" y="5013049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1011FA0B-149D-53B8-87B4-92ADEA24DEE8}"/>
              </a:ext>
            </a:extLst>
          </p:cNvPr>
          <p:cNvGrpSpPr/>
          <p:nvPr/>
        </p:nvGrpSpPr>
        <p:grpSpPr>
          <a:xfrm>
            <a:off x="3135302" y="295034"/>
            <a:ext cx="914400" cy="914400"/>
            <a:chOff x="1328903" y="1118459"/>
            <a:chExt cx="914400" cy="914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0E750FB-3532-EE22-795F-EA063A3947E8}"/>
                </a:ext>
              </a:extLst>
            </p:cNvPr>
            <p:cNvSpPr/>
            <p:nvPr/>
          </p:nvSpPr>
          <p:spPr>
            <a:xfrm>
              <a:off x="1328903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48" name="Picture 2" descr="Microsoft Azure Marketplace">
              <a:extLst>
                <a:ext uri="{FF2B5EF4-FFF2-40B4-BE49-F238E27FC236}">
                  <a16:creationId xmlns:a16="http://schemas.microsoft.com/office/drawing/2014/main" id="{203873DE-8FCE-CC8E-088C-220CB2118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388" y="1221546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FA191434-CE05-4615-215E-ED4C1BB4281C}"/>
              </a:ext>
            </a:extLst>
          </p:cNvPr>
          <p:cNvGrpSpPr/>
          <p:nvPr/>
        </p:nvGrpSpPr>
        <p:grpSpPr>
          <a:xfrm>
            <a:off x="960812" y="307033"/>
            <a:ext cx="914400" cy="914400"/>
            <a:chOff x="75332" y="1118459"/>
            <a:chExt cx="914400" cy="9144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699F055-F0C8-07C0-BDF2-FD85F79F6AE4}"/>
                </a:ext>
              </a:extLst>
            </p:cNvPr>
            <p:cNvSpPr/>
            <p:nvPr/>
          </p:nvSpPr>
          <p:spPr>
            <a:xfrm>
              <a:off x="75332" y="1118459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1" name="Picture 2" descr="Microsoft Azure Marketplace">
              <a:extLst>
                <a:ext uri="{FF2B5EF4-FFF2-40B4-BE49-F238E27FC236}">
                  <a16:creationId xmlns:a16="http://schemas.microsoft.com/office/drawing/2014/main" id="{10950A48-50A1-D239-0CD8-5E0C882A8E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503" y="1223297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B744D13D-A311-E175-CEC8-F015F9BC55E6}"/>
              </a:ext>
            </a:extLst>
          </p:cNvPr>
          <p:cNvGrpSpPr/>
          <p:nvPr/>
        </p:nvGrpSpPr>
        <p:grpSpPr>
          <a:xfrm>
            <a:off x="5744546" y="319032"/>
            <a:ext cx="914400" cy="914400"/>
            <a:chOff x="75332" y="-235968"/>
            <a:chExt cx="914400" cy="9144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151951-24E7-60B1-8152-367F7F58032E}"/>
                </a:ext>
              </a:extLst>
            </p:cNvPr>
            <p:cNvSpPr/>
            <p:nvPr/>
          </p:nvSpPr>
          <p:spPr>
            <a:xfrm>
              <a:off x="75332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2" name="Picture 2" descr="Microsoft Azure Marketplace">
              <a:extLst>
                <a:ext uri="{FF2B5EF4-FFF2-40B4-BE49-F238E27FC236}">
                  <a16:creationId xmlns:a16="http://schemas.microsoft.com/office/drawing/2014/main" id="{4B8E9963-51B2-3B1F-9884-9B93DE85F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964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EBBB91B4-38BD-E2A9-033F-11DA73D932F2}"/>
              </a:ext>
            </a:extLst>
          </p:cNvPr>
          <p:cNvGrpSpPr/>
          <p:nvPr/>
        </p:nvGrpSpPr>
        <p:grpSpPr>
          <a:xfrm>
            <a:off x="8133800" y="282922"/>
            <a:ext cx="914400" cy="914400"/>
            <a:chOff x="1323364" y="-235968"/>
            <a:chExt cx="914400" cy="91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93B5E6A-C87B-E871-5897-B2E38F2E4238}"/>
                </a:ext>
              </a:extLst>
            </p:cNvPr>
            <p:cNvSpPr/>
            <p:nvPr/>
          </p:nvSpPr>
          <p:spPr>
            <a:xfrm>
              <a:off x="1323364" y="-23596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</a:t>
              </a:r>
            </a:p>
          </p:txBody>
        </p:sp>
        <p:pic>
          <p:nvPicPr>
            <p:cNvPr id="53" name="Picture 2" descr="Microsoft Azure Marketplace">
              <a:extLst>
                <a:ext uri="{FF2B5EF4-FFF2-40B4-BE49-F238E27FC236}">
                  <a16:creationId xmlns:a16="http://schemas.microsoft.com/office/drawing/2014/main" id="{88978DF0-D9F8-04CF-6580-FC9123956C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018" y="-124295"/>
              <a:ext cx="230351" cy="23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D114D69F-EF3A-8AA6-B0DF-C73A40958129}"/>
              </a:ext>
            </a:extLst>
          </p:cNvPr>
          <p:cNvCxnSpPr>
            <a:cxnSpLocks/>
          </p:cNvCxnSpPr>
          <p:nvPr/>
        </p:nvCxnSpPr>
        <p:spPr>
          <a:xfrm flipH="1">
            <a:off x="1872007" y="3474952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0EC47C18-093F-7850-3A77-D55494F52365}"/>
              </a:ext>
            </a:extLst>
          </p:cNvPr>
          <p:cNvCxnSpPr>
            <a:cxnSpLocks/>
          </p:cNvCxnSpPr>
          <p:nvPr/>
        </p:nvCxnSpPr>
        <p:spPr>
          <a:xfrm flipH="1">
            <a:off x="1354078" y="1461168"/>
            <a:ext cx="878093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8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14178</TotalTime>
  <Words>72</Words>
  <Application>Microsoft Macintosh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Williams</dc:creator>
  <cp:lastModifiedBy>John Williams</cp:lastModifiedBy>
  <cp:revision>1</cp:revision>
  <dcterms:created xsi:type="dcterms:W3CDTF">2025-10-27T18:14:34Z</dcterms:created>
  <dcterms:modified xsi:type="dcterms:W3CDTF">2025-11-06T14:32:59Z</dcterms:modified>
</cp:coreProperties>
</file>